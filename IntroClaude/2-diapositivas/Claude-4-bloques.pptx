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Satisfacción</c:v>
                </c:pt>
              </c:strCache>
            </c:strRef>
          </c:tx>
          <c:spPr>
            <a:solidFill>
              <a:srgbClr val="E83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3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3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9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9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3E8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Curso A</c:v>
                  </c:pt>
                  <c:pt idx="1">
                    <c:v>Curso B</c:v>
                  </c:pt>
                  <c:pt idx="2">
                    <c:v>Curso C</c:v>
                  </c:pt>
                  <c:pt idx="3">
                    <c:v>Curso D</c:v>
                  </c:pt>
                  <c:pt idx="4">
                    <c:v>Curso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74</c:v>
                </c:pt>
                <c:pt idx="2">
                  <c:v>61</c:v>
                </c:pt>
                <c:pt idx="3">
                  <c:v>92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280160"/>
            <a:ext cx="3291840" cy="3291840"/>
          </a:xfrm>
          <a:prstGeom prst="ellipse">
            <a:avLst/>
          </a:prstGeom>
          <a:solidFill>
            <a:srgbClr val="E83E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566160"/>
            <a:ext cx="2377440" cy="2377440"/>
          </a:xfrm>
          <a:prstGeom prst="ellipse">
            <a:avLst/>
          </a:prstGeom>
          <a:solidFill>
            <a:srgbClr val="E83E8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MICROCÁPSULA DE MUESTRA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no es un chat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7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bloques que casi nadie usa — y cómo trabajan por ti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Flores (Miss Yera)</a:t>
            </a:r>
            <a:pPr indent="0" marL="0">
              <a:buNone/>
            </a:pPr>
            <a:r>
              <a:rPr lang="en-US" sz="1400" dirty="0">
                <a:solidFill>
                  <a:srgbClr val="E8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Ingeniera Industrial MBA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microcápsulas de IA y productividad digital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mayoría usa la IA como un 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83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buscador con buena ortografía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así se pierde casi todo lo que Claude puede hacer de verdad.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 4 bloques que se combinan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7572" y="2057400"/>
            <a:ext cx="768096" cy="768096"/>
          </a:xfrm>
          <a:prstGeom prst="ellipse">
            <a:avLst/>
          </a:prstGeom>
          <a:solidFill>
            <a:srgbClr val="E83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Construye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61488" y="178308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0420" y="2057400"/>
            <a:ext cx="768096" cy="768096"/>
          </a:xfrm>
          <a:prstGeom prst="ellipse">
            <a:avLst/>
          </a:prstGeom>
          <a:solidFill>
            <a:srgbClr val="E83E8C"/>
          </a:solidFill>
          <a:ln/>
        </p:spPr>
      </p:sp>
      <p:sp>
        <p:nvSpPr>
          <p:cNvPr id="11" name="Text 9"/>
          <p:cNvSpPr/>
          <p:nvPr/>
        </p:nvSpPr>
        <p:spPr>
          <a:xfrm>
            <a:off x="3360420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52928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Recuerda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52928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74336" y="178308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3268" y="2057400"/>
            <a:ext cx="768096" cy="768096"/>
          </a:xfrm>
          <a:prstGeom prst="ellipse">
            <a:avLst/>
          </a:prstGeom>
          <a:solidFill>
            <a:srgbClr val="E83E8C"/>
          </a:solidFill>
          <a:ln/>
        </p:spPr>
      </p:sp>
      <p:sp>
        <p:nvSpPr>
          <p:cNvPr id="16" name="Text 14"/>
          <p:cNvSpPr/>
          <p:nvPr/>
        </p:nvSpPr>
        <p:spPr>
          <a:xfrm>
            <a:off x="5573268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65776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 tu método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65776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87184" y="178308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86116" y="2057400"/>
            <a:ext cx="768096" cy="768096"/>
          </a:xfrm>
          <a:prstGeom prst="ellipse">
            <a:avLst/>
          </a:prstGeom>
          <a:solidFill>
            <a:srgbClr val="E83E8C"/>
          </a:solidFill>
          <a:ln/>
        </p:spPr>
      </p:sp>
      <p:sp>
        <p:nvSpPr>
          <p:cNvPr id="21" name="Text 19"/>
          <p:cNvSpPr/>
          <p:nvPr/>
        </p:nvSpPr>
        <p:spPr>
          <a:xfrm>
            <a:off x="7786116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78624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conecta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78624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E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3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/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CONSTRUYE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no te explica la cosa: te entrega la cosa ya hecha. Una app, un tablero o una herramienta que de verdad funciona, al lado del chat.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EJEMPLO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tablero a partir de tus propios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CE7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  </a:t>
            </a:r>
            <a:pPr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de la encuesta de satisfacción docente (anonimizados).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83E8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8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construye un tablero interactivo: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curso, cursos en alerta y evolución por periodo. Sin abrir Power BI.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por curso (vista del tablero)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26280" y="1691640"/>
          <a:ext cx="4160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E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3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/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RECUERDA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con tus instrucciones, tus documentos y memoria. Cada conversación arranca con Claude ya sabiendo tu contexto.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EJEMPLO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Comunicados en el formato institucional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86200" cy="2743200"/>
          </a:xfrm>
          <a:prstGeom prst="roundRect">
            <a:avLst>
              <a:gd name="adj" fmla="val 4000"/>
            </a:avLst>
          </a:prstGeom>
          <a:solidFill>
            <a:srgbClr val="FBE9E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“Redacta un comunicado sobre matrícula.”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texto correcto pero genérico, con un tono que no es el de la universidad. Hay que reescribirlo.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274320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2402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 con la normativa y la guía de estilo de la universidad.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comunicado sale en el formato y el tono institucional, listo para enviar.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E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3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/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 TU MÉTODO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procedimiento escrito una sola vez, para que Claude lo repita igual siempre. Tu criterio, sistematizado.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EJEMPLO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Skill “Acta de reunión”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Notas crudas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escribiste rápido durante la reunión.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83E8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“Acta de reunión”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651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B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formato y tus reglas, aplicados solos.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Acta lista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Acuerdos, responsables y fechas, en formato institucional.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Adiós a las reuniones sin acta.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E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3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/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CONECTA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Enchufa Claude a tus apps de Microsoft 365 para que lea y actúe sobre tu trabajo real, no solo converse.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EJEMPLO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día, dentro de Microsoft 365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E83E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“Revisa mi correo de hoy y dime solo lo urgente.”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205740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E83E8C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Calendar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85032" y="26974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mis reuniones de esta semana por día.”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2784" y="17830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CE7F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01384" y="205740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E83E8C"/>
          </a:solidFill>
          <a:ln/>
        </p:spPr>
      </p:sp>
      <p:sp>
        <p:nvSpPr>
          <p:cNvPr id="14" name="Text 12"/>
          <p:cNvSpPr/>
          <p:nvPr/>
        </p:nvSpPr>
        <p:spPr>
          <a:xfrm>
            <a:off x="6501384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26974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“Busca el sílabo de Estadística y dime de qué trata.”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E83E8C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POTENTE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poder está en combinarlos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</a:t>
            </a:r>
            <a:pPr algn="ctr" indent="0" marL="0">
              <a:buNone/>
            </a:pPr>
            <a:r>
              <a:rPr lang="en-US" sz="1800" dirty="0">
                <a:solidFill>
                  <a:srgbClr val="4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 método)  +  </a:t>
            </a:r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</a:t>
            </a:r>
            <a:pPr algn="ctr" indent="0" marL="0">
              <a:buNone/>
            </a:pPr>
            <a:r>
              <a:rPr lang="en-US" sz="1800" dirty="0">
                <a:solidFill>
                  <a:srgbClr val="4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(M365)  +  </a:t>
            </a:r>
            <a:pPr algn="ctr" indent="0" marL="0">
              <a:buNone/>
            </a:pPr>
            <a:r>
              <a:rPr lang="en-US" sz="1800" b="1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pPr algn="ctr" indent="0" marL="0">
              <a:buNone/>
            </a:pPr>
            <a:r>
              <a:rPr lang="en-US" sz="1800" dirty="0">
                <a:solidFill>
                  <a:srgbClr val="4E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 contexto)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después de cada reunión en Teams, el acta se redacta sola, en formato institucional.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nivel: modo agente (Cowork) — Claude trabajando solo. Tema de otra cápsula.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IMAGEN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4 bloques, sus 4 verbos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CE7F1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Construye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61488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CE7F1"/>
          </a:solidFill>
          <a:ln/>
        </p:spPr>
      </p:sp>
      <p:sp>
        <p:nvSpPr>
          <p:cNvPr id="8" name="Text 6"/>
          <p:cNvSpPr/>
          <p:nvPr/>
        </p:nvSpPr>
        <p:spPr>
          <a:xfrm>
            <a:off x="2871216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Recuerda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71216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74336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CE7F1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 tu método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4064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87184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CE7F1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conecta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96912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Dejas de pedirle cosas a la IA. </a:t>
            </a:r>
            <a:pPr algn="ctr" indent="0" marL="0">
              <a:buNone/>
            </a:pPr>
            <a:r>
              <a:rPr lang="en-US" sz="2100" b="1" dirty="0">
                <a:solidFill>
                  <a:srgbClr val="B8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Compones piezas para que trabaje por ti.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E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108960" cy="3108960"/>
          </a:xfrm>
          <a:prstGeom prst="ellipse">
            <a:avLst/>
          </a:prstGeom>
          <a:solidFill>
            <a:srgbClr val="E83E8C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+ implementación + seguimiento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Microcápsulas que sí se aplican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IA y productividad digital, personalizado al contexto de su institución.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Flores (Miss Yera)</a:t>
            </a:r>
            <a:pPr indent="0" marL="0">
              <a:buNone/>
            </a:pPr>
            <a:r>
              <a:rPr lang="en-US" sz="1500" dirty="0">
                <a:solidFill>
                  <a:srgbClr val="F7C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missyera.com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no es un chat — 4 bloques</dc:title>
  <dc:subject>PptxGenJS Presentation</dc:subject>
  <dc:creator>Gera Flores (Miss Yera)</dc:creator>
  <cp:lastModifiedBy>Gera Flores (Miss Yera)</cp:lastModifiedBy>
  <cp:revision>1</cp:revision>
  <dcterms:created xsi:type="dcterms:W3CDTF">2026-05-31T19:01:24Z</dcterms:created>
  <dcterms:modified xsi:type="dcterms:W3CDTF">2026-05-31T19:01:24Z</dcterms:modified>
</cp:coreProperties>
</file>